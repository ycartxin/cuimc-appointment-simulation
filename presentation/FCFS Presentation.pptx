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13"/>
  </p:notesMasterIdLst>
  <p:sldIdLst>
    <p:sldId id="256" r:id="rId2"/>
    <p:sldId id="265" r:id="rId3"/>
    <p:sldId id="269" r:id="rId4"/>
    <p:sldId id="257" r:id="rId5"/>
    <p:sldId id="270" r:id="rId6"/>
    <p:sldId id="268" r:id="rId7"/>
    <p:sldId id="260" r:id="rId8"/>
    <p:sldId id="261" r:id="rId9"/>
    <p:sldId id="263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56" autoAdjust="0"/>
  </p:normalViewPr>
  <p:slideViewPr>
    <p:cSldViewPr snapToGrid="0">
      <p:cViewPr varScale="1">
        <p:scale>
          <a:sx n="74" d="100"/>
          <a:sy n="74" d="100"/>
        </p:scale>
        <p:origin x="37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2026-08-28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106BE1-806D-4B56-8473-297C61BC03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25" y="1742639"/>
            <a:ext cx="5856083" cy="377392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C42C6A-656B-42A0-86A9-43C62713C4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42638"/>
            <a:ext cx="5856083" cy="377392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687802" y="5612196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effects while no-show further drives down served rate.</a:t>
            </a:r>
          </a:p>
        </p:txBody>
      </p:sp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1699068" y="5540207"/>
            <a:ext cx="10130330" cy="92221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Utilization and served rate is not impacted by balking. 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EDCDF1F-1F72-4580-9C83-11BF5DD5B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09" y="1742073"/>
            <a:ext cx="6142491" cy="354194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9762D0-E7D8-4F88-AA38-383BD04691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396"/>
          <a:stretch/>
        </p:blipFill>
        <p:spPr>
          <a:xfrm>
            <a:off x="6455952" y="1742073"/>
            <a:ext cx="5442493" cy="354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probability</a:t>
            </a:r>
            <a:r>
              <a:rPr lang="en-CA" sz="2400" dirty="0"/>
              <a:t> of no-show and balking, </a:t>
            </a:r>
            <a:r>
              <a:rPr lang="en-CA" sz="2400" b="1" dirty="0"/>
              <a:t>when</a:t>
            </a:r>
            <a:r>
              <a:rPr lang="en-CA" sz="2400" dirty="0"/>
              <a:t> those behaviors begin 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A9535-274A-454B-9DAA-7E08D3CD1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3" y="1985935"/>
            <a:ext cx="5130379" cy="32911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29A7A0-8C4A-4DBC-97BB-2AF62F9E42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45052"/>
            <a:ext cx="5130380" cy="337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Balking is a stronger driver of class access than no-show**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A86EA13-5E32-4D1B-B846-A0EA7161B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7799" y="1885292"/>
            <a:ext cx="8964246" cy="1111005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en-CA" sz="2000" dirty="0"/>
              <a:t>In the standardized regression, between-class differences in balking were more strongly associated with the served-rate gap than between-class differences in no-show behavior.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59B7A1-D828-48EB-A036-2FA2942A7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3" y="2912620"/>
            <a:ext cx="5319472" cy="333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A6C18586-3ECC-41E4-925E-079E42542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894"/>
          <a:stretch/>
        </p:blipFill>
        <p:spPr>
          <a:xfrm>
            <a:off x="439400" y="1600200"/>
            <a:ext cx="5562009" cy="3532504"/>
          </a:xfrm>
        </p:spPr>
      </p:pic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0932703-1B5B-4BE8-BB30-66B247423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180" y="1600200"/>
            <a:ext cx="5567408" cy="35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probability.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is a stronger driver of class access than no-show**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</a:t>
            </a:r>
            <a:r>
              <a:rPr lang="en-CA"/>
              <a:t>and efficiency </a:t>
            </a:r>
            <a:r>
              <a:rPr lang="en-CA" dirty="0"/>
              <a:t>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4074</TotalTime>
  <Words>467</Words>
  <Application>Microsoft Office PowerPoint</Application>
  <PresentationFormat>Widescreen</PresentationFormat>
  <Paragraphs>49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Demand is a big driver of served rate compounded by no-show</vt:lpstr>
      <vt:lpstr>Under heavy demand, balking shifts appointments to the more wait-tolerant group</vt:lpstr>
      <vt:lpstr>No-shows reduce average utilization and cause unrecoverable loss</vt:lpstr>
      <vt:lpstr>Balking is a stronger driver of class access than no-show**</vt:lpstr>
      <vt:lpstr>Cancellation redistributes access and does not waste capacity</vt:lpstr>
      <vt:lpstr>Summary</vt:lpstr>
      <vt:lpstr>Next Step: can scheduling policy reduce harm?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82</cp:revision>
  <dcterms:created xsi:type="dcterms:W3CDTF">2026-08-11T19:15:44Z</dcterms:created>
  <dcterms:modified xsi:type="dcterms:W3CDTF">2026-08-28T20:13:43Z</dcterms:modified>
</cp:coreProperties>
</file>